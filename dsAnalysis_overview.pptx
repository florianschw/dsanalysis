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analysis projects — set up, tested on mock data, reproducible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analyst-side helper package for R  ·  github.com/FlorianSchw/dsAnalysis  · 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dsAnalysis 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2 / 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 package for DataSHIELD analysts — not a client package, not a server package. It builds and maintains the project an analysis lives in.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20440" cy="3566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73152" cy="35661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871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environments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initProject() creates a ready-to-run project: login script, DSLite test setup with mock data, main.R, renv, and a config.yml with production and testing profiles.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2377440"/>
            <a:ext cx="3520440" cy="3566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2377440"/>
            <a:ext cx="73152" cy="3566160"/>
          </a:xfrm>
          <a:prstGeom prst="rect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4871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packages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4568" y="292608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install, remove and sync DataSHIELD packages by name — looked up in the community catalogue, with client pairing, versions and renv handled for you.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20440" cy="3566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2377440"/>
            <a:ext cx="73152" cy="35661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4871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analysis scripts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come with a GitHub workflow that drafts analysis scripts from config/analysis-plan.yml and tests them on mock data before proposing them as a pull request.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3 / 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analyses run against live servers you can't look into — developing scripts there is slow and risky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gives every project a local DSLite twin with mock data: same code, no servers, no credentials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should look the same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folders, same login logic, same switch between live and test — easier to share, review and hand over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setup is the hard part for analysts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DataSHIELD packages, most only on GitHub, server/client names and versions that don't always line up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resolves all of that from the package name; renv records the exact versions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must never end up on GitHub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template keeps them in .Renviron, which is git-ignored from the start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functions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4 / 22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initProject()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new analysis project with renv, templates and both profiles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initMockData()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mock data from the live servers' variables (summaries only)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update_MockData()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the DSLite setup at another mock data folder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list_dsPackages()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Browses the DataSHIELD package catalogue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install_dsPackage()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a server package and its client, updates setup, dependencies and renv.lock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remove_dsPackage()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 package from the setup (optionally uninstalls 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add_dsPackage()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package to the DSLite setup and dependencies.R, without installing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sync_dsPackages()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local setup to what the logged-in servers offer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check_project()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installed packages against renv.lock and offers the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5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852160" cy="274320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remotes::install_github("FlorianSchw/dsAnalysis")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a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dsAnalysis::initProject(path = "~/projects",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name = "my-analysis",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switch_to_proj = TRUE)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Fill in .Renviron with server URLs, users and passwords — restart 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Try it offline: R_CONFIG_ACTIVE = 'testing', restart R, run R/main.R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Optional: push to GitHub (check .Renviron isn't staged)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Optional: set up the analysis scripts workflow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project starts with the public OBiBa demo servers in .Renviron, so it works out of the box.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ENVIRONMENTS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initProject(): what happens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6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956816" cy="146304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5448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templates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(login, DSLite, main.R, config)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05456" y="155448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25496" y="1554480"/>
            <a:ext cx="1956816" cy="146304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55448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renv::init(bare = TRUE)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82312" y="155448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02352" y="1554480"/>
            <a:ext cx="1956816" cy="146304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55448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dsBaseClient, dsSupportClient, dsAnalysis into the project library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59168" y="155448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79208" y="1554480"/>
            <a:ext cx="1956816" cy="146304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55448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renv::hydrate()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36024" y="1554480"/>
            <a:ext cx="320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56064" y="1554480"/>
            <a:ext cx="1956816" cy="1463040"/>
          </a:xfrm>
          <a:prstGeom prst="roundRect">
            <a:avLst>
              <a:gd name="adj" fmla="val 5000"/>
            </a:avLst>
          </a:prstGeom>
          <a:solidFill>
            <a:srgbClr val="138D9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9216" y="155448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renv::snapshot()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renv.lock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installed into the project's own renv library — your global R library stays untouched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versions installed into the active library first; that could replace loaded packages (fixed)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.Renviron is created and added to .gitignore; results/ is ignored except for placeholders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project path; switch_to_proj = TRUE opens it as the active project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tip: keep project paths short — renv's staging folder can hit the 260-character limit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ENVIRONMENTS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project contains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7 / 22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R/main.R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analysis: logs in, then sources the analysis scripts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R/01_DS_Login.R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to the live DataSHIELD servers (production)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utils/setup/01_DSLite_Setup.R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to a local DSLite instance with mock data (testing)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utils/mock_data/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data for DSLite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config.yml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production and testing profiles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dependencies.R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 tracked by renv, with managed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config/analysis-plan.yml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analysis plan for the scripts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.github/workflows/…suggest.yml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analysis scripts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R/99_DSLiteLearning.R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server-side data in testing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R/99_package_citations.R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package citations to citations/ (grateful)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.Renviron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and the active profile — never committed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ENVIRONMENTS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and testing — one switch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8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846320" cy="28346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config.yml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login_folder: "utils/setup"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login_file: "01_DSLite_Setup.R"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login_folder: "R"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login_file: "01_DS_Login.R"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463040"/>
            <a:ext cx="5943600" cy="14630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5544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R/main.R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cfg_login_folder &lt;- config::get(value = "login_folder")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cfg_login_file   &lt;- config::get(value = "login_file")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source(here::here(cfg_login_folder, cfg_login_file))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3154680"/>
            <a:ext cx="2834640" cy="1783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3154680"/>
            <a:ext cx="73152" cy="1783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32644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97880" y="3703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R_CONFIG_ACTIVE = 'production'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servers, real data, credentials from .Renviron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3154680"/>
            <a:ext cx="2834640" cy="1783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3154680"/>
            <a:ext cx="73152" cy="1783080"/>
          </a:xfrm>
          <a:prstGeom prst="rect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32644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06840" y="3703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R_CONFIG_ACTIVE = 'testing'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DSLite, mock data, no servers needed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scripts are identical in both modes — only the login differs. Restart R after changing .Renviron.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WITHOUT SERVERS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DSLite test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9 / 22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84048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 in 01_DSLite_Setup.R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 Step 1: Loading necessary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library(DSLite), library(dsBaseClient), clients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add/remove_dsPackage()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 Step 2: Import of mock data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load() of the .rda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update_MockData(), analysis 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 Step 3: Defining the server-side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newDSLiteServer(tables = 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update_MockData()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 Step 4: Defining the server-side settings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= c("dsBase", 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add/remove_dsPackage()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 Step 5: Building the logindata 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mock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update_MockData()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 Step 6: Login to the different DSLite Servers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conns &lt;&lt;- DSI::datashield.login(…)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bot (symbol)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#### Step 7: Cleaning the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only conns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markers are a stable interface: functions and the analysis bot find their place by them — keep them unchanged.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WITHOUT SERVERS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10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3566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" cy="35661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initMockData(folder_name, df, datasources)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Logged-in connections in, mock data out: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variable types and summaries from the live servers (dsSupportClient::ds.summaryVars, ds.levels)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one .rda per server, each holding an object named after its server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categorical values cover the largest server's levels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writes the folder only after all servers answered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the folder 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463040"/>
            <a:ext cx="5394960" cy="3566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463040"/>
            <a:ext cx="73152" cy="3566160"/>
          </a:xfrm>
          <a:prstGeom prst="rect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72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update_MockData(folder_name, table_names)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20116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the DSLite setup at another mock data folder: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rewrites Steps 2, 3 and 5 of 01_DSLite_Setup.R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table_names avoids parsing 01_DS_Login.R — suits CI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by the analysis bot after it generated mock data from the analysis plan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aggregated, non-disclosive summaries leave the servers — the mock data is synthetic.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DataSHIELD package catalogue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11 / 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035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packages.datashield.org/packages.json, built from FederatedMethods/packages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packages — only 5 on CRAN, almost all with a GitHub link; status production / development / retired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don't follow one rule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dsMTLBase ↔ dsMTLClient, dsQueryLibrary ↔ dsQueryLibraryServer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≠ package: molgenis/ds-tidyverse holds dsTidyverse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therefore takes the client from the catalogue entry, never by guessing the name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0" y="1463040"/>
            <a:ext cx="4754880" cy="292608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55448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list_dsPackages(search = "survival",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status = "production")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name, description, status,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client, CRAN / GitHub source,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latest version, and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install_dsPackage() call to run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per session; refresh = TRUE reloads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install_dsPackage(): from a name to a working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12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577340" cy="1417320"/>
          </a:xfrm>
          <a:prstGeom prst="roundRect">
            <a:avLst>
              <a:gd name="adj" fmla="val 516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14310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name in the catalogue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25980" y="15087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46020" y="1508760"/>
            <a:ext cx="1577340" cy="1417320"/>
          </a:xfrm>
          <a:prstGeom prst="roundRect">
            <a:avLst>
              <a:gd name="adj" fmla="val 516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9172" y="1508760"/>
            <a:ext cx="14310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CRAN if listed, else GitHub owner/repo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15087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1577340" cy="1417320"/>
          </a:xfrm>
          <a:prstGeom prst="roundRect">
            <a:avLst>
              <a:gd name="adj" fmla="val 516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508760"/>
            <a:ext cx="14310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version / release tag (server and client)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20740" y="15087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40780" y="1508760"/>
            <a:ext cx="1577340" cy="1417320"/>
          </a:xfrm>
          <a:prstGeom prst="roundRect">
            <a:avLst>
              <a:gd name="adj" fmla="val 516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3932" y="1508760"/>
            <a:ext cx="14310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into the project library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15087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38160" y="1508760"/>
            <a:ext cx="1577340" cy="1417320"/>
          </a:xfrm>
          <a:prstGeom prst="roundRect">
            <a:avLst>
              <a:gd name="adj" fmla="val 516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1508760"/>
            <a:ext cx="14310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DSLite setup + dependencies.R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15500" y="15087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35540" y="1508760"/>
            <a:ext cx="1577340" cy="1417320"/>
          </a:xfrm>
          <a:prstGeom prst="roundRect">
            <a:avLst>
              <a:gd name="adj" fmla="val 5161"/>
            </a:avLst>
          </a:prstGeom>
          <a:solidFill>
            <a:srgbClr val="138D9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8692" y="1508760"/>
            <a:ext cx="14310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renv::snapshot() + status report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6035040" cy="12344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337560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install_dsPackage("dsSurvival")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install_dsPackage("dsSurvival", version = "2.1.3")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install_dsPackage("dsMyPackage", source = "owner/repo")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install_dsPackage("dsX", ref = "my-branch")   # escape hatch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2004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version: the latest release tag, not the default branch (often a .9000 dev version)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gets the server's version if that tag exists, else its latest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version: stops and lists the available ones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offline: says so and accepts an explicit owner/repo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add_dsPackage() and remove_dsPackage()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13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76656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6492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 DataSHIELD packages (managed by add_dsPackage and remove_dsPackage)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library(dsSurvival)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library(dsSurvivalClient)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 DataSHIELD packages end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 bot-suggest: packages (updated by datashield-analysis-suggest)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 bot-suggest: packages 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dependencies.R — each tool writes only in its own block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4023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add_dsPackage(): library() calls in Step 1, the server package in Step 4's include = c(…), and the managed block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No-op if everything is already there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remove_dsPackage(): the reverse; refuses dsBase; uninstall = TRUE also removes it via renv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parsed, not counted line by line — robust against hand edits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directly by the analysis bot, so they work without network installs.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 without having to know renv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14 / 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has its own library and a renv.lock with the exact package versions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install / remove runs the full cycle and reports in plain words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→ dependencies.R → renv::snapshot() → renv::status()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check_project() after pulling changes or when something feels off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is out of sync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the fix: renv::restore() (get the lockfile's versions) or renv::snapshot() (record yours)</a:t>
            </a:r>
            <a:endParaRPr lang="en-US" sz="18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= "restore" / "snapshot" for non-interactive use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8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everyone working on the project — and the GitHub workflow — gets the same versions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sync_dsPackages(): match the live servers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15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914400"/>
          </a:xfrm>
          <a:prstGeom prst="rect">
            <a:avLst/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source("R/01_DS_Login.R")   # production login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sync_dsPackages()            # uses the open connections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what each server offers (DSI 1.8: datashield.pkg_status(), datashield.profiles())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matching server and client packages locally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differ in a version → the lowest one, so scripts work with all of them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packages to the DSLite setup and dependencies.R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which DataSHIELD profiles are in use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1463040"/>
            <a:ext cx="4297680" cy="4206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463040"/>
            <a:ext cx="73152" cy="4206240"/>
          </a:xfrm>
          <a:prstGeom prst="rect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DataSHIELD profiles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43800" y="201168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of server packages defined by the server admins — a Rock cluster in Opal, an image such as default or xenon in Armadillo.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profile in the login → the server's default.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one: profile = "&lt;name&gt;" in builder$append() in R/01_DS_Login.R.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.Renviron and credentials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16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" cy="44805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.Renviron holds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OBIBA1_URL, OBIBA1_USER, OBIBA1_PWD, … read by R/01_DS_Login.R via Sys.getenv()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R_CONFIG_ACTIVE — production or testing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when R starts: restart R after every change.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initProject() adds it to .gitignore — never remove that line, never force-add the file.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463040"/>
            <a:ext cx="5394960" cy="4480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463040"/>
            <a:ext cx="73152" cy="448056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72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URL, user, password or token in any script — scripts are committed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Anything pushed counts as public, even in private repos: history keeps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Leaked a password? Change it — deleting the commit isn't enough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 data in the project: only generated mock data; results/ is ignored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DataSHIELD credentials in GitHub secrets — the workflow never needs them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scripts from your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17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config/analysis-plan.yml and push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05456" y="1508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25496" y="150876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508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drafts one script per step (Claude)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82312" y="1508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02352" y="150876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508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generated from your variables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59168" y="1508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79208" y="150876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508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run on DSLite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36024" y="1508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56064" y="150876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38D9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9216" y="150876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with scripts, mock data, setup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 datashield-analysis-suggest from package-workflows; the caller ships with every project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fills marked blocks: the script list in main.R and the packages in dependencies.R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dsAnalysis itself: add_dsPackage() for missing packages, update_MockData() for the new mock data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try the result: check out the PR branch, R_CONFIG_ACTIVE = 'testing', restart R, run R/main.R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scripts are a starting point — the analysis stays the analyst's responsibility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and setup of the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18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23774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" cy="237744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Claude API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plan's content: variable names and labels, categories, study names, steps.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confidential in the plan.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56616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023360"/>
            <a:ext cx="73152" cy="2011680"/>
          </a:xfrm>
          <a:prstGeom prst="rect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33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credentials, R/01_DS_Login.R. Scripts are tested on generated mock data only.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4630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once per project repository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965960"/>
          <a:ext cx="71323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ANTHROPIC_ORG_ID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Anthropic organization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ANTHROPIC_SVAC_ID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repository's service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ANTHROPIC_FDRL_ANALYSIS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workflow's federation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480560" y="393192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rule on job_workflow_ref …/datashield-analysis-suggest.yml@refs/heads/main — no long-lived API key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GitHub Actions to create and approve pull requests", or a GitHub App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package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19 / 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per file in R/, named after the function — helpers too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Non-exported functions are internal_…() in R/internal_….R: 9 exported, 18 internal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lookup: internal_ds_catalogue, _catalogue_client, _catalogue_source, _resolve_dsPackage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versions: internal_install_spec, internal_github_tags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DSLite setup editing: internal_dslite_step_line, _included_packages, _set_library_calls, …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renv: internal_renv_record, _renv_compare, _renv_quietly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testthat tests, one test file per R file</a:t>
            </a:r>
            <a:endParaRPr lang="en-US" sz="17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DSLite-based tests use DSLite's CNSIM data (helper local_cnsim_project()) — no external servers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■"/>
            </a:pPr>
            <a:r>
              <a:rPr lang="en-US" sz="17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Imports: renv, DSI, DSOpal, dsBaseClient, dsSupportClient (nfdi4health), here, usethis, …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and release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20 / 22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R-CMD-check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PRs to dev and weekly (reusable workflow from package-workflows)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roxygen-suggest / test-suggest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reviews changed R files, proposes documentation and tests as a bot PR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suggestion-choices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 / untick each suggestion in the bot PR; the branch follows within a minute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commitlint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Commits — they decide the next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release-trigger / -publish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→ main PR is checked, merged, released with semantic-release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authors-suggest, workflow-graphs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Authors@R and the workflow diagrams up to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846320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23360" y="484632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43400" y="484632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6552" y="4846320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(bots, sweeps, checks)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18120" y="484632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8D90"/>
                </a:solidFill>
              </a:rPr>
              <a:t>➜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38160" y="484632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138D9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4846320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(releases only)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38D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50392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dsAnalysis  ·  21 / 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" cy="4480560"/>
          </a:xfrm>
          <a:prstGeom prst="rect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template with plan, bot blocks, citations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Catalogue-based install, versions, sync, 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renv handled inside the functions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library untouched by initProject()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initMockData() fixed and tested on DSLite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workflows live, with checkbox choices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READMEs: setup, credentials, data protection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463040"/>
            <a:ext cx="5394960" cy="4480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463040"/>
            <a:ext cx="73152" cy="44805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72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release: dry run of release-publish, then remove dry-run (start at 0.x: tag main 0.0.0 first)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the repository to nfdi4health — update URLs, rulesets, App, secrets, catalogue entry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sync_dsPackages() on real Opal / Armadillo servers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problems, or help with the setup?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issue: github.com/FlorianSchw/dsAnalysis/issues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catalogue: packages.datashield.org   ·   Workflows: github.com/FlorianSchw/package-workflows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dsAnalysis</dc:title>
  <dc:subject>PptxGenJS Presentation</dc:subject>
  <dc:creator>PptxGenJS</dc:creator>
  <cp:lastModifiedBy>PptxGenJS</cp:lastModifiedBy>
  <cp:revision>1</cp:revision>
  <dcterms:created xsi:type="dcterms:W3CDTF">2026-10-05T00:34:39Z</dcterms:created>
  <dcterms:modified xsi:type="dcterms:W3CDTF">2026-10-05T00:34:39Z</dcterms:modified>
</cp:coreProperties>
</file>